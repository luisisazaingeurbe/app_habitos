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6"/>
  </p:notesMasterIdLst>
  <p:handoutMasterIdLst>
    <p:handoutMasterId r:id="rId7"/>
  </p:handoutMasterIdLst>
  <p:sldIdLst>
    <p:sldId id="256" r:id="rId2"/>
    <p:sldId id="261" r:id="rId3"/>
    <p:sldId id="258" r:id="rId4"/>
    <p:sldId id="260" r:id="rId5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4648" autoAdjust="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2B80FE-187A-4085-BD71-F0873FF7BD68}" type="datetime1">
              <a:rPr lang="es-ES" smtClean="0"/>
              <a:t>02/05/2026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59A2BD-4571-4110-BB3E-5D004DE434FA}" type="datetime1">
              <a:rPr lang="es-ES" noProof="0" smtClean="0"/>
              <a:t>02/05/2026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2966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409C0D2-15DE-4FAC-845B-C48979FFAEB9}" type="datetime1">
              <a:rPr lang="es-ES" noProof="0" smtClean="0"/>
              <a:t>02/05/2026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670FF6-52DC-429F-9C56-6A1BF295232E}" type="datetime1">
              <a:rPr lang="es-ES" noProof="0" smtClean="0"/>
              <a:t>02/05/2026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5E27922-51B6-4B96-9C28-2CD2060AE75A}" type="datetime1">
              <a:rPr lang="es-ES" noProof="0" smtClean="0"/>
              <a:t>02/05/2026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ECF5D1-1C98-40FD-9D65-EED7644802B9}" type="datetime1">
              <a:rPr lang="es-ES" noProof="0" smtClean="0"/>
              <a:t>02/05/2026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56C746-EB55-4634-AD93-A9FF2473885C}" type="datetime1">
              <a:rPr lang="es-ES" noProof="0" smtClean="0"/>
              <a:t>02/05/2026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051F13-F75A-440F-BED7-E2004746A95F}" type="datetime1">
              <a:rPr lang="es-ES" noProof="0" smtClean="0"/>
              <a:t>02/05/2026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7A2E7D-666A-420B-9042-959E1D47E21D}" type="datetime1">
              <a:rPr lang="es-ES" noProof="0" smtClean="0"/>
              <a:t>02/05/2026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403F12F-0E67-4CAB-8DFD-26DCD4A99D59}" type="datetime1">
              <a:rPr lang="es-ES" noProof="0" smtClean="0"/>
              <a:t>02/05/2026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9DA8C-1A59-4B91-B9EA-509377CD0E23}" type="datetime1">
              <a:rPr lang="es-ES" noProof="0" smtClean="0"/>
              <a:t>02/05/2026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F9F163-DD03-4353-882E-CE0F9A80F1C3}" type="datetime1">
              <a:rPr lang="es-ES" noProof="0" smtClean="0"/>
              <a:t>02/05/2026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D2FF54C-EA2F-453C-857C-5C9ADB86CB43}" type="datetime1">
              <a:rPr lang="es-ES" noProof="0" smtClean="0"/>
              <a:t>02/05/2026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DF7BF2-42BB-439B-88AA-F60334FF1291}" type="datetime1">
              <a:rPr lang="es-ES" noProof="0" smtClean="0"/>
              <a:t>02/05/2026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es-ES" sz="6000" dirty="0">
                <a:solidFill>
                  <a:schemeClr val="bg1"/>
                </a:solidFill>
              </a:rPr>
              <a:t>App </a:t>
            </a:r>
            <a:r>
              <a:rPr lang="es-ES" sz="6000" dirty="0" err="1">
                <a:solidFill>
                  <a:schemeClr val="bg1"/>
                </a:solidFill>
              </a:rPr>
              <a:t>Habitos</a:t>
            </a:r>
            <a:r>
              <a:rPr lang="es-ES" sz="6000" dirty="0">
                <a:solidFill>
                  <a:schemeClr val="bg1"/>
                </a:solidFill>
              </a:rPr>
              <a:t>	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7CEBFF"/>
                </a:solidFill>
              </a:rPr>
              <a:t>Luis Isaza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ángulo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2297B84-9978-D34B-DBA2-90E368349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500" y="556682"/>
            <a:ext cx="11029616" cy="1013800"/>
          </a:xfrm>
        </p:spPr>
        <p:txBody>
          <a:bodyPr>
            <a:noAutofit/>
          </a:bodyPr>
          <a:lstStyle/>
          <a:p>
            <a:r>
              <a:rPr lang="es-ES" sz="1200" dirty="0" err="1">
                <a:solidFill>
                  <a:schemeClr val="tx1"/>
                </a:solidFill>
              </a:rPr>
              <a:t>Habitos</a:t>
            </a:r>
            <a:r>
              <a:rPr lang="es-ES" sz="1200" dirty="0">
                <a:solidFill>
                  <a:schemeClr val="tx1"/>
                </a:solidFill>
              </a:rPr>
              <a:t> es una aplicación móvil nativa para Android, desarrollada completamente en </a:t>
            </a:r>
            <a:r>
              <a:rPr lang="es-ES" sz="1200" dirty="0" err="1">
                <a:solidFill>
                  <a:schemeClr val="tx1"/>
                </a:solidFill>
              </a:rPr>
              <a:t>Kotlin</a:t>
            </a:r>
            <a:r>
              <a:rPr lang="es-ES" sz="1200" dirty="0">
                <a:solidFill>
                  <a:schemeClr val="tx1"/>
                </a:solidFill>
              </a:rPr>
              <a:t> usando </a:t>
            </a:r>
            <a:r>
              <a:rPr lang="es-ES" sz="1200" dirty="0" err="1">
                <a:solidFill>
                  <a:schemeClr val="tx1"/>
                </a:solidFill>
              </a:rPr>
              <a:t>Jetpack</a:t>
            </a:r>
            <a:r>
              <a:rPr lang="es-ES" sz="1200" dirty="0">
                <a:solidFill>
                  <a:schemeClr val="tx1"/>
                </a:solidFill>
              </a:rPr>
              <a:t> </a:t>
            </a:r>
            <a:r>
              <a:rPr lang="es-ES" sz="1200" dirty="0" err="1">
                <a:solidFill>
                  <a:schemeClr val="tx1"/>
                </a:solidFill>
              </a:rPr>
              <a:t>Compose</a:t>
            </a:r>
            <a:r>
              <a:rPr lang="es-ES" sz="1200" dirty="0">
                <a:solidFill>
                  <a:schemeClr val="tx1"/>
                </a:solidFill>
              </a:rPr>
              <a:t> para la interfaz. No es una app web — no tiene servidor externo ni API REST. Toda la lógica, datos y pantallas viven dentro del dispositivo móvil</a:t>
            </a:r>
            <a:br>
              <a:rPr lang="es-ES" sz="1200" dirty="0">
                <a:solidFill>
                  <a:schemeClr val="tx1"/>
                </a:solidFill>
              </a:rPr>
            </a:br>
            <a:br>
              <a:rPr lang="es-ES" sz="1200" dirty="0">
                <a:solidFill>
                  <a:schemeClr val="tx1"/>
                </a:solidFill>
              </a:rPr>
            </a:br>
            <a:r>
              <a:rPr lang="es-ES" sz="1200" dirty="0">
                <a:solidFill>
                  <a:schemeClr val="tx1"/>
                </a:solidFill>
              </a:rPr>
              <a:t>Enlace </a:t>
            </a:r>
            <a:r>
              <a:rPr lang="es-ES" sz="1200" dirty="0" err="1">
                <a:solidFill>
                  <a:schemeClr val="tx1"/>
                </a:solidFill>
              </a:rPr>
              <a:t>Github</a:t>
            </a:r>
            <a:r>
              <a:rPr lang="es-ES" sz="1200">
                <a:solidFill>
                  <a:schemeClr val="tx1"/>
                </a:solidFill>
              </a:rPr>
              <a:t>: </a:t>
            </a:r>
            <a:endParaRPr lang="es-CO" sz="1200" dirty="0">
              <a:solidFill>
                <a:schemeClr val="tx1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51B8FE0-71CA-AC54-D699-934F4AC93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06" y="1732315"/>
            <a:ext cx="6326505" cy="475070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38AC7B7-68C2-F426-B1FD-FD90E2C00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539" y="2064878"/>
            <a:ext cx="4998153" cy="381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8C4A0CD3-7F81-7668-BA5A-A48818AAA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83" y="586302"/>
            <a:ext cx="11531126" cy="593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s-ES">
                <a:solidFill>
                  <a:srgbClr val="FFFFFF"/>
                </a:solidFill>
              </a:rPr>
              <a:t>Gracias</a:t>
            </a:r>
          </a:p>
        </p:txBody>
      </p:sp>
      <p:pic>
        <p:nvPicPr>
          <p:cNvPr id="5" name="Imagen 4" descr="Números digitale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6" name="Subtítulo 5">
            <a:extLst>
              <a:ext uri="{FF2B5EF4-FFF2-40B4-BE49-F238E27FC236}">
                <a16:creationId xmlns:a16="http://schemas.microsoft.com/office/drawing/2014/main" id="{20C3D6A7-BCC8-1414-47AB-0F13850AD7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669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{706DF579-EE08-474E-804F-F25982082AF2}TF9cd6fad6-da1d-416b-8dc8-a086cd1045b10fc9cf83_win32-66f3597afc39</Template>
  <TotalTime>67</TotalTime>
  <Words>61</Words>
  <Application>Microsoft Office PowerPoint</Application>
  <PresentationFormat>Panorámica</PresentationFormat>
  <Paragraphs>8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Calibri</vt:lpstr>
      <vt:lpstr>Gill Sans MT</vt:lpstr>
      <vt:lpstr>Wingdings 2</vt:lpstr>
      <vt:lpstr>Personalizado</vt:lpstr>
      <vt:lpstr>App Habitos </vt:lpstr>
      <vt:lpstr>Habitos es una aplicación móvil nativa para Android, desarrollada completamente en Kotlin usando Jetpack Compose para la interfaz. No es una app web — no tiene servidor externo ni API REST. Toda la lógica, datos y pantallas viven dentro del dispositivo móvil  Enlace Github: </vt:lpstr>
      <vt:lpstr>Presentación de PowerPoint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Albeiro Isaza Arroyo</dc:creator>
  <cp:lastModifiedBy>Luis Albeiro Isaza Arroyo</cp:lastModifiedBy>
  <cp:revision>1</cp:revision>
  <dcterms:created xsi:type="dcterms:W3CDTF">2026-05-02T18:21:26Z</dcterms:created>
  <dcterms:modified xsi:type="dcterms:W3CDTF">2026-05-02T19:29:15Z</dcterms:modified>
</cp:coreProperties>
</file>